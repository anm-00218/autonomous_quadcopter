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6" r:id="rId9"/>
    <p:sldId id="267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/>
          <a:lstStyle/>
          <a:p>
            <a:r>
              <a:rPr lang="en-IN" dirty="0"/>
              <a:t>&lt;Project Title&gt;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&lt;Student Name&gt;</a:t>
            </a:r>
          </a:p>
          <a:p>
            <a:r>
              <a:rPr lang="en-IN" dirty="0"/>
              <a:t>&lt;Registration No.&gt;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&lt;Guide Name&gt;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&lt;Maximum 2 slides&gt;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&lt;Maximum 2-3 Slides&gt;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&lt;It should be maximum 1 or 2 line statement&gt;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&lt;Add 3-4 bullets&gt;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(4 slides)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&lt;Write down the steps to provide solution to problem or add flow chart&gt;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&lt;in tabular, graphical, figures &gt;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Mention outcome of your project that you have either achieved in current semester or will achieve by next semester.</a:t>
            </a:r>
          </a:p>
          <a:p>
            <a:pPr marL="0" indent="0">
              <a:buNone/>
            </a:pPr>
            <a:r>
              <a:rPr lang="en-US" sz="1600" dirty="0"/>
              <a:t>It is mandatory to have an Achievement of outcome for the work you have done till now in </a:t>
            </a:r>
            <a:r>
              <a:rPr lang="en-US" sz="1600" dirty="0" err="1"/>
              <a:t>pbl</a:t>
            </a:r>
            <a:r>
              <a:rPr lang="en-US" sz="1600" dirty="0"/>
              <a:t>  by next semester.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Research Paper (Drafted/ Published)</a:t>
            </a:r>
          </a:p>
          <a:p>
            <a:r>
              <a:rPr lang="en-US" dirty="0"/>
              <a:t>Patent   (drafted / published)</a:t>
            </a:r>
          </a:p>
          <a:p>
            <a:r>
              <a:rPr lang="en-US" dirty="0"/>
              <a:t>Copyright (drafted / published)</a:t>
            </a:r>
          </a:p>
          <a:p>
            <a:r>
              <a:rPr lang="en-US" dirty="0"/>
              <a:t>Real Time Deployment ( deployed / partially completed)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&lt;One slide&gt;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187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&lt;Project Title&gt;</vt:lpstr>
      <vt:lpstr>Outline</vt:lpstr>
      <vt:lpstr>Introduction</vt:lpstr>
      <vt:lpstr>Literature Review</vt:lpstr>
      <vt:lpstr>Problem Statement</vt:lpstr>
      <vt:lpstr>Objectives</vt:lpstr>
      <vt:lpstr>Proposed Methodology (4 slides)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Dr. Shikha Mundra [MU - Jaipur]</cp:lastModifiedBy>
  <cp:revision>8</cp:revision>
  <dcterms:created xsi:type="dcterms:W3CDTF">2025-09-29T05:03:41Z</dcterms:created>
  <dcterms:modified xsi:type="dcterms:W3CDTF">2026-02-06T10:55:16Z</dcterms:modified>
</cp:coreProperties>
</file>