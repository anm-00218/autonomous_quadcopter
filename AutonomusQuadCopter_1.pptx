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08138-F514-4519-B55A-407350E7E422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10211-1F9D-4083-BAF5-E234C74E32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8553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08138-F514-4519-B55A-407350E7E422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10211-1F9D-4083-BAF5-E234C74E32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2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08138-F514-4519-B55A-407350E7E422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10211-1F9D-4083-BAF5-E234C74E32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8392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08138-F514-4519-B55A-407350E7E422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10211-1F9D-4083-BAF5-E234C74E32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674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08138-F514-4519-B55A-407350E7E422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10211-1F9D-4083-BAF5-E234C74E32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7538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08138-F514-4519-B55A-407350E7E422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10211-1F9D-4083-BAF5-E234C74E32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6022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08138-F514-4519-B55A-407350E7E422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10211-1F9D-4083-BAF5-E234C74E32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5963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08138-F514-4519-B55A-407350E7E422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10211-1F9D-4083-BAF5-E234C74E32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575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08138-F514-4519-B55A-407350E7E422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10211-1F9D-4083-BAF5-E234C74E32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0984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08138-F514-4519-B55A-407350E7E422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10211-1F9D-4083-BAF5-E234C74E32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4872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08138-F514-4519-B55A-407350E7E422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10211-1F9D-4083-BAF5-E234C74E32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76042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08138-F514-4519-B55A-407350E7E422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10211-1F9D-4083-BAF5-E234C74E3253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109894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08138-F514-4519-B55A-407350E7E422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10211-1F9D-4083-BAF5-E234C74E32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5912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08138-F514-4519-B55A-407350E7E422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10211-1F9D-4083-BAF5-E234C74E32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24267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08138-F514-4519-B55A-407350E7E422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10211-1F9D-4083-BAF5-E234C74E32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58997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08138-F514-4519-B55A-407350E7E422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10211-1F9D-4083-BAF5-E234C74E32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59359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08138-F514-4519-B55A-407350E7E422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10211-1F9D-4083-BAF5-E234C74E32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28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B4A08138-F514-4519-B55A-407350E7E422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0810211-1F9D-4083-BAF5-E234C74E32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66536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43AFB-303D-2774-0AC6-B5F4FB9C0A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4400" dirty="0"/>
              <a:t>AUTONOMOUS_QUADCOPTER</a:t>
            </a:r>
            <a:endParaRPr lang="en-IN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BE3A48-4244-276F-841E-2D064A824C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GB" dirty="0"/>
              <a:t>PBL_4</a:t>
            </a:r>
            <a:br>
              <a:rPr lang="en-GB" dirty="0"/>
            </a:br>
            <a:r>
              <a:rPr lang="en-GB" dirty="0"/>
              <a:t>ANMOL PRABHAKAR</a:t>
            </a:r>
            <a:br>
              <a:rPr lang="en-GB" dirty="0"/>
            </a:br>
            <a:r>
              <a:rPr lang="en-GB" dirty="0"/>
              <a:t>23FE10CSE00218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3730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D0496-4870-786C-F2F8-B68EBE7A5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What Autonomous feature do we aim to achieve 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0DB06-59B8-5563-4BF3-4F9C2AD13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875823"/>
            <a:ext cx="10353762" cy="2540775"/>
          </a:xfrm>
        </p:spPr>
        <p:txBody>
          <a:bodyPr>
            <a:normAutofit lnSpcReduction="10000"/>
          </a:bodyPr>
          <a:lstStyle/>
          <a:p>
            <a:r>
              <a:rPr lang="en-GB" sz="2800" dirty="0"/>
              <a:t>Being able to maintain static flight without external manual outputs.</a:t>
            </a:r>
          </a:p>
          <a:p>
            <a:r>
              <a:rPr lang="en-GB" sz="2800" dirty="0"/>
              <a:t>Waypoint Navigation + Obstacle Avoidance</a:t>
            </a:r>
          </a:p>
          <a:p>
            <a:r>
              <a:rPr lang="en-GB" sz="2800" dirty="0"/>
              <a:t>Integrating the concepts of Motion Plannings.</a:t>
            </a:r>
            <a:br>
              <a:rPr lang="en-GB" sz="2800" dirty="0"/>
            </a:b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9710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840A6-C8D5-DBBF-B4BF-CB3F8F734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AIM :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3A377-D425-013A-1657-4F71ACF24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50"/>
            <a:ext cx="10353762" cy="2595246"/>
          </a:xfrm>
        </p:spPr>
        <p:txBody>
          <a:bodyPr/>
          <a:lstStyle/>
          <a:p>
            <a:r>
              <a:rPr lang="en-GB" dirty="0"/>
              <a:t>Quadcopter having an onboard ‘Brain’ : Raspberry Pi 4 + </a:t>
            </a:r>
            <a:r>
              <a:rPr lang="en-GB" dirty="0" err="1"/>
              <a:t>Ardupilot</a:t>
            </a:r>
            <a:br>
              <a:rPr lang="en-GB" dirty="0"/>
            </a:br>
            <a:r>
              <a:rPr lang="en-GB" dirty="0"/>
              <a:t>Algorithms that generates fastest path around the obstacles as they are detected mid-flight.</a:t>
            </a:r>
          </a:p>
          <a:p>
            <a:r>
              <a:rPr lang="en-GB" dirty="0"/>
              <a:t>Eyes : [ Intel Real sense Tracking Camera ] [ Detects Optical Flow ] </a:t>
            </a:r>
          </a:p>
          <a:p>
            <a:r>
              <a:rPr lang="en-GB" dirty="0"/>
              <a:t>Everything is calculated onboard with no need for a radio connection to the ground,</a:t>
            </a:r>
            <a:br>
              <a:rPr lang="en-GB" dirty="0"/>
            </a:br>
            <a:r>
              <a:rPr lang="en-GB" b="1" u="sng" dirty="0"/>
              <a:t>Making the drone immune to Jamming and GPS-Denied Environment. </a:t>
            </a:r>
          </a:p>
          <a:p>
            <a:pPr marL="369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1385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0354F-380A-6F23-61D3-6F5CAE5AB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Algorithms Used : 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951628C-CFB3-A2C0-3A24-824B4B61B5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3251" y="1580050"/>
            <a:ext cx="544572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A*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intelligent shortest path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Dijkstra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brute-force optimal path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 Lite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* → adaptive shortest path in changing world</a:t>
            </a:r>
          </a:p>
        </p:txBody>
      </p:sp>
    </p:spTree>
    <p:extLst>
      <p:ext uri="{BB962C8B-B14F-4D97-AF65-F5344CB8AC3E}">
        <p14:creationId xmlns:p14="http://schemas.microsoft.com/office/powerpoint/2010/main" val="2394036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05580D-E726-8C83-E2F4-34DA38D868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57" y="0"/>
            <a:ext cx="11945886" cy="671956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80356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58</TotalTime>
  <Words>138</Words>
  <Application>Microsoft Office PowerPoint</Application>
  <PresentationFormat>Widescreen</PresentationFormat>
  <Paragraphs>14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Calisto MT</vt:lpstr>
      <vt:lpstr>Wingdings 2</vt:lpstr>
      <vt:lpstr>Slate</vt:lpstr>
      <vt:lpstr>AUTONOMOUS_QUADCOPTER</vt:lpstr>
      <vt:lpstr>What Autonomous feature do we aim to achieve ?</vt:lpstr>
      <vt:lpstr>AIM : </vt:lpstr>
      <vt:lpstr>Algorithms Used :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Anmol Prabhakar</dc:creator>
  <cp:lastModifiedBy>Anmol Prabhakar</cp:lastModifiedBy>
  <cp:revision>4</cp:revision>
  <dcterms:created xsi:type="dcterms:W3CDTF">2025-10-13T20:34:31Z</dcterms:created>
  <dcterms:modified xsi:type="dcterms:W3CDTF">2026-02-17T21:00:54Z</dcterms:modified>
</cp:coreProperties>
</file>